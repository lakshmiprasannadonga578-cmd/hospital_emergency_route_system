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HOSPITAL EMERGENCY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ROUTE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A6E1E1"/>
                </a:solidFill>
                <a:latin typeface="Aptos"/>
              </a:defRPr>
            </a:pPr>
            <a:r>
              <a:t>Fast, safe, and priority-aware navigation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15568" y="4453128"/>
            <a:ext cx="1965960" cy="548640"/>
          </a:xfrm>
          <a:prstGeom prst="line">
            <a:avLst/>
          </a:prstGeom>
          <a:ln w="38100">
            <a:solidFill>
              <a:srgbClr val="557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81528" y="4453128"/>
            <a:ext cx="2057400" cy="548640"/>
          </a:xfrm>
          <a:prstGeom prst="line">
            <a:avLst/>
          </a:prstGeom>
          <a:ln w="38100">
            <a:solidFill>
              <a:srgbClr val="557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138928" y="4270248"/>
            <a:ext cx="2103120" cy="731520"/>
          </a:xfrm>
          <a:prstGeom prst="line">
            <a:avLst/>
          </a:prstGeom>
          <a:ln w="38100">
            <a:solidFill>
              <a:srgbClr val="557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42048" y="4270248"/>
            <a:ext cx="2194559" cy="594360"/>
          </a:xfrm>
          <a:prstGeom prst="line">
            <a:avLst/>
          </a:prstGeom>
          <a:ln w="38100">
            <a:solidFill>
              <a:srgbClr val="557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36607" y="4315968"/>
            <a:ext cx="1645921" cy="548640"/>
          </a:xfrm>
          <a:prstGeom prst="line">
            <a:avLst/>
          </a:prstGeom>
          <a:ln w="38100">
            <a:solidFill>
              <a:srgbClr val="557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05840" y="4892040"/>
            <a:ext cx="292608" cy="292608"/>
          </a:xfrm>
          <a:prstGeom prst="ellipse">
            <a:avLst/>
          </a:prstGeom>
          <a:solidFill>
            <a:srgbClr val="FFB2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71800" y="4343400"/>
            <a:ext cx="292608" cy="292608"/>
          </a:xfrm>
          <a:prstGeom prst="ellipse">
            <a:avLst/>
          </a:prstGeom>
          <a:solidFill>
            <a:srgbClr val="00A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29200" y="4892040"/>
            <a:ext cx="292608" cy="292608"/>
          </a:xfrm>
          <a:prstGeom prst="ellipse">
            <a:avLst/>
          </a:prstGeom>
          <a:solidFill>
            <a:srgbClr val="00A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32320" y="4160520"/>
            <a:ext cx="292608" cy="292608"/>
          </a:xfrm>
          <a:prstGeom prst="ellipse">
            <a:avLst/>
          </a:prstGeom>
          <a:solidFill>
            <a:srgbClr val="00A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326880" y="4754880"/>
            <a:ext cx="292608" cy="292608"/>
          </a:xfrm>
          <a:prstGeom prst="ellipse">
            <a:avLst/>
          </a:prstGeom>
          <a:solidFill>
            <a:srgbClr val="00A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0" y="4206240"/>
            <a:ext cx="292608" cy="292608"/>
          </a:xfrm>
          <a:prstGeom prst="ellipse">
            <a:avLst/>
          </a:prstGeom>
          <a:solidFill>
            <a:srgbClr val="00A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6080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DAA Project  |  Python • Flask • React •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28216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Emergency teams need to move patients or ambulances quickly through a hospital or campus.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32888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Corridors and links have different travel times; some may become blocked.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37560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Critical destinations must receive higher priority when several requests compete.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42232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599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The system should show the chosen route and explain its cost and priority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2.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28216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Represent hospital locations and corridors as a weighted graph.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32888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Find a minimum-travel-time route while excluding blocked corridors.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37560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Use a priority queue to process urgent requests in a transparent order.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42232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599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Use BFS for reachability and minimum-hop exploration; compare it with Dijkstra.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46904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864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Display the route, total estimated time, and decision details in a simple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3. Proposed System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28216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Input: start point, destination, corridor travel times, blocked links, and emergency severity.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32888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Convert locations into graph nodes and corridors into weighted edges.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37560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Check reachability with BFS and calculate the fastest feasible route with Dijkstra.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42232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599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Order pending emergency requests using an explicit priority rule.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46904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864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Return route, estimated time, visited nodes, and a clear explanation to the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4. Graph Representation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A6978"/>
                </a:solidFill>
                <a:latin typeface="Aptos"/>
              </a:defRPr>
            </a:pPr>
            <a:r>
              <a:t>Illustrative campus map; edge labels are estimated travel times in minutes.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783080" y="2057400"/>
            <a:ext cx="2286000" cy="914400"/>
          </a:xfrm>
          <a:prstGeom prst="line">
            <a:avLst/>
          </a:prstGeom>
          <a:ln w="2540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80360" y="2212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2233E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971800"/>
            <a:ext cx="2286000" cy="1097280"/>
          </a:xfrm>
          <a:prstGeom prst="line">
            <a:avLst/>
          </a:prstGeom>
          <a:ln w="2540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0360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2233E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2057400"/>
            <a:ext cx="2651760" cy="0"/>
          </a:xfrm>
          <a:prstGeom prst="line">
            <a:avLst/>
          </a:prstGeom>
          <a:ln w="2540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49240" y="17556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2233E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069080"/>
            <a:ext cx="2651760" cy="0"/>
          </a:xfrm>
          <a:prstGeom prst="line">
            <a:avLst/>
          </a:prstGeom>
          <a:ln w="2540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49240" y="37673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2233E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0840" y="2057400"/>
            <a:ext cx="3017520" cy="914400"/>
          </a:xfrm>
          <a:prstGeom prst="line">
            <a:avLst/>
          </a:prstGeom>
          <a:ln w="2540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83879" y="2212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2233E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720840" y="2971800"/>
            <a:ext cx="3017520" cy="1097280"/>
          </a:xfrm>
          <a:prstGeom prst="line">
            <a:avLst/>
          </a:prstGeom>
          <a:ln w="2540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83879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2233E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9080" y="2057400"/>
            <a:ext cx="2651760" cy="2011680"/>
          </a:xfrm>
          <a:prstGeom prst="line">
            <a:avLst/>
          </a:prstGeom>
          <a:ln w="2540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49240" y="2761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2233E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069080" y="2057400"/>
            <a:ext cx="2651760" cy="2011680"/>
          </a:xfrm>
          <a:prstGeom prst="line">
            <a:avLst/>
          </a:prstGeom>
          <a:ln w="2540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49240" y="2761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2233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2743200"/>
            <a:ext cx="685800" cy="457200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828800"/>
            <a:ext cx="685800" cy="457200"/>
          </a:xfrm>
          <a:prstGeom prst="round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840480"/>
            <a:ext cx="685800" cy="457200"/>
          </a:xfrm>
          <a:prstGeom prst="round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828800"/>
            <a:ext cx="685800" cy="457200"/>
          </a:xfrm>
          <a:prstGeom prst="round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840480"/>
            <a:ext cx="685800" cy="457200"/>
          </a:xfrm>
          <a:prstGeom prst="round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743200"/>
            <a:ext cx="685800" cy="457200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ICU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23041"/>
                </a:solidFill>
                <a:latin typeface="Aptos"/>
              </a:defRPr>
            </a:pPr>
            <a:r>
              <a:t>Nodes = places (ER, ICU, junctions)     •     Edges = corridors     •     Weight = travel time</a:t>
            </a:r>
          </a:p>
          <a:p>
            <a:pPr>
              <a:spcAft>
                <a:spcPts val="800"/>
              </a:spcAft>
              <a:defRPr sz="1600" b="0">
                <a:solidFill>
                  <a:srgbClr val="223041"/>
                </a:solidFill>
                <a:latin typeface="Aptos"/>
              </a:defRPr>
            </a:pPr>
            <a:r>
              <a:t>A blocked corridor is removed from the usable graph for that calculation.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5. Dijkstra’s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28216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Purpose: find the least-total-time route when all edge weights are non-negative.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32888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Initialize the source distance to 0 and all other distances to infinity.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37560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Use a min-priority queue to repeatedly select the unexplored node with the smallest tentative distance.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42232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599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Relax each available neighbor: update its distance and predecessor if a shorter route is found.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46904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864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Stop when the destination is finalized; follow predecessors backward to reconstruct the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6. Priority Queue for Emergencies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28216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Each request is assigned a severity level and a waiting-time value.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32888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Example ordering: higher severity first; for equal severity, earlier arrival first.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37560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A min-heap can store a key such as (−severity, arrival_time, request_id).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42232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599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Pop the highest-priority request, compute its route, and then process the next request.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46904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864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Priority decides which request is handled first; Dijkstra decides the route for that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7. Breadth-First Search (BFS)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28216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BFS explores nodes level by level using a FIFO queue.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32888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It identifies reachable locations and can find a route with the fewest corridor hops.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37560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BFS treats edges as equal for hop count, so it does not necessarily minimize travel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42232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599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Use BFS to check whether a destination is reachable after blocked corridors are removed.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46904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864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Compare BFS hop count with Dijkstra travel time to demonstrate why the cost model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8. Worked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A6978"/>
                </a:solidFill>
                <a:latin typeface="Aptos"/>
              </a:defRPr>
            </a:pPr>
            <a:r>
              <a:t>Using the illustrative graph on slide 4; assume all corridors are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23041"/>
                </a:solidFill>
                <a:latin typeface="Aptos"/>
              </a:defRPr>
            </a:pPr>
            <a:r>
              <a:t>Candidate routes from ER to ICU:</a:t>
            </a:r>
          </a:p>
          <a:p>
            <a:pPr>
              <a:spcAft>
                <a:spcPts val="800"/>
              </a:spcAft>
              <a:defRPr sz="1900" b="0">
                <a:solidFill>
                  <a:srgbClr val="223041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900" b="0">
                <a:solidFill>
                  <a:srgbClr val="223041"/>
                </a:solidFill>
                <a:latin typeface="Aptos"/>
              </a:defRPr>
            </a:pPr>
            <a:r>
              <a:t>ER → A → C → ICU = 3 + 4 + 3 = 10 min</a:t>
            </a:r>
          </a:p>
          <a:p>
            <a:pPr>
              <a:spcAft>
                <a:spcPts val="800"/>
              </a:spcAft>
              <a:defRPr sz="1900" b="0">
                <a:solidFill>
                  <a:srgbClr val="223041"/>
                </a:solidFill>
                <a:latin typeface="Aptos"/>
              </a:defRPr>
            </a:pPr>
            <a:r>
              <a:t>ER → B → D → ICU = 2 + 2 + 4 = 8 min</a:t>
            </a:r>
          </a:p>
          <a:p>
            <a:pPr>
              <a:spcAft>
                <a:spcPts val="800"/>
              </a:spcAft>
              <a:defRPr sz="1900" b="0">
                <a:solidFill>
                  <a:srgbClr val="223041"/>
                </a:solidFill>
                <a:latin typeface="Aptos"/>
              </a:defRPr>
            </a:pPr>
            <a:r>
              <a:t>ER → A → D → ICU = 3 + 2 + 4 = 9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74519"/>
            <a:ext cx="4663440" cy="2377440"/>
          </a:xfrm>
          <a:prstGeom prst="roundRect">
            <a:avLst/>
          </a:prstGeom>
          <a:solidFill>
            <a:srgbClr val="DEF6EF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2240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A0A0"/>
                </a:solidFill>
                <a:latin typeface="Aptos"/>
              </a:defRPr>
            </a:pPr>
            <a:r>
              <a:t>Selected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2233E"/>
                </a:solidFill>
                <a:latin typeface="Aptos"/>
              </a:defRPr>
            </a:pPr>
            <a:r>
              <a:t>ER → B → D → ICU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3041"/>
                </a:solidFill>
                <a:latin typeface="Aptos"/>
              </a:defRPr>
            </a:pPr>
            <a:r>
              <a:t>Estimated time: 8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A6978"/>
                </a:solidFill>
                <a:latin typeface="Aptos"/>
              </a:defRPr>
            </a:pPr>
            <a:r>
              <a:t>If a corridor on the selected route becomes blocked, rerun the search on the updated graph.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9. System Architecture &amp;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28216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Frontend — React: map view, emergency request form, route highlighting, and result summary.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32888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Backend — Python + Flask: validates inputs and runs BFS, Dijkstra, and priority-queue logic.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37560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Database — PostgreSQL: stores locations, corridors, travel-time estimates, closures, and requests.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42232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599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API flow: React sends a request → Flask reads graph data → algorithms compute → JSON result returns.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46904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864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Prototype can start with a small, manually configured graph before adding live map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33E"/>
                </a:solidFill>
                <a:latin typeface="Aptos"/>
              </a:defRPr>
            </a:pPr>
            <a:r>
              <a:t>10. Output, Evaluation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05840" cy="64008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" y="1728216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459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Show the selected route, total estimated travel time, blocked corridors, and request priority.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32888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059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Evaluate correctness against hand-calculated test graphs and check that blocked links are never used.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37560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Compare Dijkstra (weighted time) with BFS (minimum hops); report runtime as graph size grows.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42232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599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Expected benefit: consistent, explainable route suggestions that can support emergency coordination.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46904"/>
            <a:ext cx="146304" cy="146304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864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3041"/>
                </a:solidFill>
                <a:latin typeface="Aptos"/>
              </a:defRPr>
            </a:pPr>
            <a:r>
              <a:t>Prototype limitation: estimated times and map data must be validated; it is decision support, not a replacement for emergency staff.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823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PRASANNA</cp:lastModifiedBy>
  <cp:revision>1</cp:revision>
  <dcterms:created xsi:type="dcterms:W3CDTF">2013-01-27T09:14:16Z</dcterms:created>
  <dcterms:modified xsi:type="dcterms:W3CDTF">2026-10-03T05:02:49Z</dcterms:modified>
  <cp:category/>
</cp:coreProperties>
</file>